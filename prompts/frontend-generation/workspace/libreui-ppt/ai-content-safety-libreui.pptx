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驱动的智能内容安全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携手共建企业级风控、营销合规与内容治理解决方案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737360" y="32004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173736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风险管控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营销合规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2004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内容治理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AI 赋能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AWS AI Solutions | 共创合作方案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行业痛点与挑战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企业在内容安全领域面临的核心问题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508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规模与速度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057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日均百万级内容审核需求，传统人工方式无法满足实时性要求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1508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496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对抗性攻击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0600" y="2057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不良行为者持续升级绕过手段：同音字、图片变体、多模态混淆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10896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3246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$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972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成本与精度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" y="3794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大模型精度高但成本高昂，小模型快速但误判多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10896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3246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*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39496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多场景覆盖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00600" y="3794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风控、营销、UGC各有不同标准，缺乏统一治理框架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AWS AI 解决方案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四大核心能力，全面覆盖内容安全场景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多模态检测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5603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ECLIP 图文一致性检测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实时识别图文不符内容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图谱风控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697480" y="25603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GNN 图神经网络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识别欺诈团伙与异常行为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03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75488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大模型蒸馏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25603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BD-LLM 知识迁移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95%成本节省保持高准确率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4944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9494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AIGC 安全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86600" y="25603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Bedrock Guardrails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实时过滤有害内容生成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技术架构：四层审核体系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887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应用层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商品审核 / 欺诈检测 / 广告过滤 / AIGC安全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0" y="1188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API Gateway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1031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9728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模型层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ECLIP多模态 / GNN图网络 / BD-LLM蒸馏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2103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SageMaker + Bedrock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0175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972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数据层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多模态融合 / 图谱构建 / 向量检索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0" y="3017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OpenSearch + Neptune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9319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9728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基础层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弹性计算 / 分布式存储 / 流式处理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0" y="3931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EC2/EKS + Kinesis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Amazon 实践成果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经过验证的大规模内容审核能力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99.5%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审核准确率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AI模型精度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37160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60604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50ms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60604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P99延迟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0604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实时响应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10亿+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75488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日均处理量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商品审核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03720" y="137160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90372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95%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90372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成本节省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03720" y="2468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模型蒸馏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</a:rPr>
              <a:t>✓ 违规拦截率提升 40%，误判率降低 60%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</a:rPr>
              <a:t>✓ 人工审核量减少 80%，审核时效从小时级缩短至秒级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</a:rPr>
              <a:t>✓ 年化避免损失超 $100M，投资回报率超 500%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共创合作场景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针对您的业务场景，定制化解决方案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风控场景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交易欺诈实时识别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刷单团伙图谱分析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账号异常行为检测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支付风险评估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营销场景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广告内容合规审核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营销文案自动生成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敏感词实时过滤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品牌保护监控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128016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内容治理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UGC 内容审核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评论/评价质量把控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版权侵权检测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936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有害信息过滤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合作模式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灵活的共创方式，满足不同阶段需求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POC 验证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2-4周快速验证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选定场景深度试点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量化效果对比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37160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5661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联合开发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49040" y="24688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定制化模型训练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业务规则深度融合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持续优化迭代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137160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40080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生产部署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24688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端到端交付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高可用架构设计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7×24运维支持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codes/awesome-claude/prompts/frontend-generation/workspace/libreui-ppt/gradi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下一步行动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</a:rPr>
              <a:t>让我们一起探讨您的业务场景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2560320"/>
            <a:ext cx="4572000" cy="164592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56032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1. 安排技术深度交流会议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56032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2. 确定 POC 验证场景与目标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6032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3. 制定共创计划与时间表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AWS AI Solutions Team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驱动的智能内容安全</dc:title>
  <dc:subject>PptxGenJS Presentation</dc:subject>
  <dc:creator>AWS AI Solutions</dc:creator>
  <cp:lastModifiedBy>AWS AI Solutions</cp:lastModifiedBy>
  <cp:revision>1</cp:revision>
  <dcterms:created xsi:type="dcterms:W3CDTF">2026-02-09T09:06:15Z</dcterms:created>
  <dcterms:modified xsi:type="dcterms:W3CDTF">2026-02-09T09:06:15Z</dcterms:modified>
</cp:coreProperties>
</file>